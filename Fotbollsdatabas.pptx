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6" roundtripDataSignature="AMtx7mguYci+yPJnPJpc0P1QJwgUCDsV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" name="Google Shape;19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" name="Google Shape;3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5" name="Google Shape;45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7" name="Google Shape;4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914400" y="492150"/>
            <a:ext cx="73152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400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📌 Introduktion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0066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914400" y="1645920"/>
            <a:ext cx="73152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2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Fotbollsdatabas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Lag, spelare, matcher och mål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🧱 Databasdesign</a:t>
            </a:r>
            <a:endParaRPr/>
          </a:p>
        </p:txBody>
      </p:sp>
      <p:sp>
        <p:nvSpPr>
          <p:cNvPr id="93" name="Google Shape;93;p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Lag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Spelare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Matcher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Mål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Logg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🔗 Relationer</a:t>
            </a:r>
            <a:endParaRPr/>
          </a:p>
        </p:txBody>
      </p:sp>
      <p:sp>
        <p:nvSpPr>
          <p:cNvPr id="100" name="Google Shape;100;p4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Lag → Spelare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Lag → Matcher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Spelare → Mål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Matcher → Mål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⚙️ Trigger</a:t>
            </a:r>
            <a:endParaRPr/>
          </a:p>
        </p:txBody>
      </p:sp>
      <p:sp>
        <p:nvSpPr>
          <p:cNvPr id="107" name="Google Shape;107;p6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Automatisk loggning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Sparar tid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Ingen manuell hantering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📊 Stored Procedure</a:t>
            </a:r>
            <a:endParaRPr/>
          </a:p>
        </p:txBody>
      </p:sp>
      <p:sp>
        <p:nvSpPr>
          <p:cNvPr id="114" name="Google Shape;114;p7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SpelarStatistik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Räknar mål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Snabb analys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🚀 Prestanda &amp; Säkerhet</a:t>
            </a:r>
            <a:endParaRPr/>
          </a:p>
        </p:txBody>
      </p:sp>
      <p:sp>
        <p:nvSpPr>
          <p:cNvPr id="121" name="Google Shape;121;p8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Index för snabbhet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Admin full access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Viewer endast läsa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9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💻 SQL Queries</a:t>
            </a:r>
            <a:endParaRPr/>
          </a:p>
        </p:txBody>
      </p:sp>
      <p:sp>
        <p:nvSpPr>
          <p:cNvPr id="128" name="Google Shape;128;p9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JOIN kopplar tabeller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GROUP BY räknar mål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0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🐍 Python-koppling</a:t>
            </a:r>
            <a:endParaRPr/>
          </a:p>
        </p:txBody>
      </p:sp>
      <p:sp>
        <p:nvSpPr>
          <p:cNvPr id="135" name="Google Shape;135;p10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Ansluter till databasen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Hämtar statistik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Visar resultat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🤔 Varför SQL?</a:t>
            </a:r>
            <a:endParaRPr/>
          </a:p>
        </p:txBody>
      </p:sp>
      <p:sp>
        <p:nvSpPr>
          <p:cNvPr id="142" name="Google Shape;142;p11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Strukturerad data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Tydliga relationer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Bättre än NoSQL här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✅ Sammanfattning</a:t>
            </a:r>
            <a:endParaRPr/>
          </a:p>
        </p:txBody>
      </p:sp>
      <p:sp>
        <p:nvSpPr>
          <p:cNvPr id="149" name="Google Shape;149;p12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Design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Automation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• Verklig användning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